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fa0a1d5884e2f" /><Relationship Type="http://schemas.openxmlformats.org/officeDocument/2006/relationships/extended-properties" Target="/docProps/app.xml" Id="R8d8720b2a588434c" /><Relationship Type="http://schemas.openxmlformats.org/officeDocument/2006/relationships/officeDocument" Target="/ppt/presentation.xml" Id="R994c4b2d038f44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35001182041e5"/>
  </p:sldMasterIdLst>
  <p:notesMasterIdLst>
    <p:notesMasterId xmlns:r="http://schemas.openxmlformats.org/officeDocument/2006/relationships" r:id="R411bfee07e95402e"/>
  </p:notesMasterIdLst>
  <p:sldIdLst>
    <p:sldId xmlns:r="http://schemas.openxmlformats.org/officeDocument/2006/relationships" id="256" r:id="Rfc25419376914564"/>
    <p:sldId xmlns:r="http://schemas.openxmlformats.org/officeDocument/2006/relationships" id="257" r:id="Rd676a8c30ba8491d"/>
    <p:sldId xmlns:r="http://schemas.openxmlformats.org/officeDocument/2006/relationships" id="258" r:id="R62eff2fbceaf48c1"/>
    <p:sldId xmlns:r="http://schemas.openxmlformats.org/officeDocument/2006/relationships" id="259" r:id="R198c89c196df49ea"/>
    <p:sldId xmlns:r="http://schemas.openxmlformats.org/officeDocument/2006/relationships" id="260" r:id="Rd42210aecad447a5"/>
    <p:sldId xmlns:r="http://schemas.openxmlformats.org/officeDocument/2006/relationships" id="261" r:id="Rd4814a7020b2430f"/>
    <p:sldId xmlns:r="http://schemas.openxmlformats.org/officeDocument/2006/relationships" id="262" r:id="Ref0cddc5a2ea4a8f"/>
    <p:sldId xmlns:r="http://schemas.openxmlformats.org/officeDocument/2006/relationships" id="263" r:id="R05657479566c4ddc"/>
    <p:sldId xmlns:r="http://schemas.openxmlformats.org/officeDocument/2006/relationships" id="264" r:id="R4a5aee3487bc4dbc"/>
    <p:sldId xmlns:r="http://schemas.openxmlformats.org/officeDocument/2006/relationships" id="265" r:id="R90ff06d755a14a44"/>
    <p:sldId xmlns:r="http://schemas.openxmlformats.org/officeDocument/2006/relationships" id="266" r:id="Rc42f957bdab14269"/>
    <p:sldId xmlns:r="http://schemas.openxmlformats.org/officeDocument/2006/relationships" id="267" r:id="Rec7d9237027c48b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8aede479d14351" /><Relationship Type="http://schemas.openxmlformats.org/officeDocument/2006/relationships/slideMaster" Target="/ppt/slideMasters/slideMaster1.xml" Id="R1c435001182041e5" /><Relationship Type="http://schemas.openxmlformats.org/officeDocument/2006/relationships/notesMaster" Target="/ppt/notesMasters/notesMaster1.xml" Id="R411bfee07e95402e" /><Relationship Type="http://schemas.openxmlformats.org/officeDocument/2006/relationships/presProps" Target="/ppt/presProps.xml" Id="R10aed20ffffc48a6" /><Relationship Type="http://schemas.openxmlformats.org/officeDocument/2006/relationships/tableStyles" Target="/ppt/tableStyles.xml" Id="R16d4e83f783c45c2" /><Relationship Type="http://schemas.openxmlformats.org/officeDocument/2006/relationships/slide" Target="/ppt/slides/slide1.xml" Id="Rfc25419376914564" /><Relationship Type="http://schemas.openxmlformats.org/officeDocument/2006/relationships/slide" Target="/ppt/slides/slide2.xml" Id="Rd676a8c30ba8491d" /><Relationship Type="http://schemas.openxmlformats.org/officeDocument/2006/relationships/slide" Target="/ppt/slides/slide3.xml" Id="R62eff2fbceaf48c1" /><Relationship Type="http://schemas.openxmlformats.org/officeDocument/2006/relationships/slide" Target="/ppt/slides/slide4.xml" Id="R198c89c196df49ea" /><Relationship Type="http://schemas.openxmlformats.org/officeDocument/2006/relationships/slide" Target="/ppt/slides/slide5.xml" Id="Rd42210aecad447a5" /><Relationship Type="http://schemas.openxmlformats.org/officeDocument/2006/relationships/slide" Target="/ppt/slides/slide6.xml" Id="Rd4814a7020b2430f" /><Relationship Type="http://schemas.openxmlformats.org/officeDocument/2006/relationships/slide" Target="/ppt/slides/slide7.xml" Id="Ref0cddc5a2ea4a8f" /><Relationship Type="http://schemas.openxmlformats.org/officeDocument/2006/relationships/slide" Target="/ppt/slides/slide8.xml" Id="R05657479566c4ddc" /><Relationship Type="http://schemas.openxmlformats.org/officeDocument/2006/relationships/slide" Target="/ppt/slides/slide9.xml" Id="R4a5aee3487bc4dbc" /><Relationship Type="http://schemas.openxmlformats.org/officeDocument/2006/relationships/slide" Target="/ppt/slides/slide10.xml" Id="R90ff06d755a14a44" /><Relationship Type="http://schemas.openxmlformats.org/officeDocument/2006/relationships/slide" Target="/ppt/slides/slide11.xml" Id="Rc42f957bdab14269" /><Relationship Type="http://schemas.openxmlformats.org/officeDocument/2006/relationships/slide" Target="/ppt/slides/slide12.xml" Id="Rec7d9237027c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2602d0a64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c0f822d1e437f" /><Relationship Type="http://schemas.openxmlformats.org/officeDocument/2006/relationships/notesMaster" Target="/ppt/notesMasters/notesMaster1.xml" Id="Ra03b7eac0b22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cc1ac50904d22" /><Relationship Type="http://schemas.openxmlformats.org/officeDocument/2006/relationships/notesMaster" Target="/ppt/notesMasters/notesMaster1.xml" Id="Re166e50c80594b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9085c827264e8a" /><Relationship Type="http://schemas.openxmlformats.org/officeDocument/2006/relationships/notesMaster" Target="/ppt/notesMasters/notesMaster1.xml" Id="R437e9ebd381b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5790d514343bf" /><Relationship Type="http://schemas.openxmlformats.org/officeDocument/2006/relationships/notesMaster" Target="/ppt/notesMasters/notesMaster1.xml" Id="R01ce1888864744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712a6976d40c4" /><Relationship Type="http://schemas.openxmlformats.org/officeDocument/2006/relationships/notesMaster" Target="/ppt/notesMasters/notesMaster1.xml" Id="Rd786bf1b6bce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2f0fb155945ea" /><Relationship Type="http://schemas.openxmlformats.org/officeDocument/2006/relationships/notesMaster" Target="/ppt/notesMasters/notesMaster1.xml" Id="R421723a91cb14c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27f9819cf4df1" /><Relationship Type="http://schemas.openxmlformats.org/officeDocument/2006/relationships/notesMaster" Target="/ppt/notesMasters/notesMaster1.xml" Id="Ra9a53becd6ae4e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f362cfb0174de5" /><Relationship Type="http://schemas.openxmlformats.org/officeDocument/2006/relationships/notesMaster" Target="/ppt/notesMasters/notesMaster1.xml" Id="Rcfa45a2625a348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de81405a141d1" /><Relationship Type="http://schemas.openxmlformats.org/officeDocument/2006/relationships/notesMaster" Target="/ppt/notesMasters/notesMaster1.xml" Id="R57755f6b164a42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3ef1498a1e48ee" /><Relationship Type="http://schemas.openxmlformats.org/officeDocument/2006/relationships/notesMaster" Target="/ppt/notesMasters/notesMaster1.xml" Id="R853230409a5549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1e40c0cbea4fd8" /><Relationship Type="http://schemas.openxmlformats.org/officeDocument/2006/relationships/notesMaster" Target="/ppt/notesMasters/notesMaster1.xml" Id="R81c6d340934147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1d7a17ac7a43fd" /><Relationship Type="http://schemas.openxmlformats.org/officeDocument/2006/relationships/notesMaster" Target="/ppt/notesMasters/notesMaster1.xml" Id="R11213ea4fee9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e04e90fae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ca3ad89d3d450c" /><Relationship Type="http://schemas.openxmlformats.org/officeDocument/2006/relationships/slideLayout" Target="/ppt/slideLayouts/slideLayout1.xml" Id="Rba85d5087be1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5d5087be1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6ee2f3994b20" /><Relationship Type="http://schemas.openxmlformats.org/officeDocument/2006/relationships/image" Target="/ppt/media/image.png" Id="R08809ee91c404e84" /><Relationship Type="http://schemas.openxmlformats.org/officeDocument/2006/relationships/notesSlide" Target="/ppt/notesSlides/notesSlide1.xml" Id="Rf74aa0887ba3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eafb2ff944aa4" /><Relationship Type="http://schemas.openxmlformats.org/officeDocument/2006/relationships/image" Target="/ppt/media/image2.png" Id="Rba9926a6fa944c71" /><Relationship Type="http://schemas.openxmlformats.org/officeDocument/2006/relationships/notesSlide" Target="/ppt/notesSlides/notesSlide2.xml" Id="R4c92cfaebdc0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513c39eb24821" /><Relationship Type="http://schemas.openxmlformats.org/officeDocument/2006/relationships/image" Target="/ppt/media/image3.png" Id="R71946f03b96742f0" /><Relationship Type="http://schemas.openxmlformats.org/officeDocument/2006/relationships/notesSlide" Target="/ppt/notesSlides/notesSlide3.xml" Id="R5d365671c245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3a00406a84604" /><Relationship Type="http://schemas.openxmlformats.org/officeDocument/2006/relationships/image" Target="/ppt/media/image4.png" Id="Ra089d9e466864892" /><Relationship Type="http://schemas.openxmlformats.org/officeDocument/2006/relationships/notesSlide" Target="/ppt/notesSlides/notesSlide4.xml" Id="R86a5fb229510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4ce83830e4489" /><Relationship Type="http://schemas.openxmlformats.org/officeDocument/2006/relationships/image" Target="/ppt/media/image5.png" Id="Rd4bf54ba06a3499c" /><Relationship Type="http://schemas.openxmlformats.org/officeDocument/2006/relationships/notesSlide" Target="/ppt/notesSlides/notesSlide5.xml" Id="R87087da42f42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39ca8470b42bb" /><Relationship Type="http://schemas.openxmlformats.org/officeDocument/2006/relationships/image" Target="/ppt/media/image6.png" Id="Rb4b0e0b488554992" /><Relationship Type="http://schemas.openxmlformats.org/officeDocument/2006/relationships/notesSlide" Target="/ppt/notesSlides/notesSlide6.xml" Id="R69b766c69aee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6fb40f23a4791" /><Relationship Type="http://schemas.openxmlformats.org/officeDocument/2006/relationships/image" Target="/ppt/media/image7.png" Id="Ra89736f99de8491d" /><Relationship Type="http://schemas.openxmlformats.org/officeDocument/2006/relationships/notesSlide" Target="/ppt/notesSlides/notesSlide7.xml" Id="Rac6da9259a7f4d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8b619458541b7" /><Relationship Type="http://schemas.openxmlformats.org/officeDocument/2006/relationships/image" Target="/ppt/media/image8.png" Id="R441cecc0e4e04a27" /><Relationship Type="http://schemas.openxmlformats.org/officeDocument/2006/relationships/notesSlide" Target="/ppt/notesSlides/notesSlide8.xml" Id="Rbfee60d4134e46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473c234fe453b" /><Relationship Type="http://schemas.openxmlformats.org/officeDocument/2006/relationships/image" Target="/ppt/media/image9.png" Id="R0c006350de1441a3" /><Relationship Type="http://schemas.openxmlformats.org/officeDocument/2006/relationships/notesSlide" Target="/ppt/notesSlides/notesSlide9.xml" Id="R8c2f032d406d47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07e748df54b14" /><Relationship Type="http://schemas.openxmlformats.org/officeDocument/2006/relationships/image" Target="/ppt/media/image10.png" Id="Rafbc39538a584e90" /><Relationship Type="http://schemas.openxmlformats.org/officeDocument/2006/relationships/notesSlide" Target="/ppt/notesSlides/notesSlide10.xml" Id="R0432afc2b7d7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370813cea4b3e" /><Relationship Type="http://schemas.openxmlformats.org/officeDocument/2006/relationships/image" Target="/ppt/media/image11.png" Id="Rebd384ed25e04141" /><Relationship Type="http://schemas.openxmlformats.org/officeDocument/2006/relationships/notesSlide" Target="/ppt/notesSlides/notesSlide11.xml" Id="Ref207fec024c44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e53ce8b24b09" /><Relationship Type="http://schemas.openxmlformats.org/officeDocument/2006/relationships/image" Target="/ppt/media/image12.png" Id="R8e6b31a8ac9a49c4" /><Relationship Type="http://schemas.openxmlformats.org/officeDocument/2006/relationships/notesSlide" Target="/ppt/notesSlides/notesSlide12.xml" Id="Rdf17b860db47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09ee91c404e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47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926a6fa944c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92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6f03b96742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38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9d9e4668648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39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f54ba06a349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77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e0b4885549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736f99de849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4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cecc0e4e04a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92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06350de1441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71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c39538a584e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143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384ed25e041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94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b31a8ac9a49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66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2026-06-23T08:22:12.4080000Z</dcterms:created>
  <dcterms:modified xsi:type="dcterms:W3CDTF">2026-06-23T08:22:12.4080000Z</dcterms:modified>
</coreProperties>
</file>