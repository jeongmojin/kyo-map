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8ab2d719da14b79" /><Relationship Type="http://schemas.openxmlformats.org/officeDocument/2006/relationships/extended-properties" Target="/docProps/app.xml" Id="R36f183f699e1454d" /><Relationship Type="http://schemas.openxmlformats.org/officeDocument/2006/relationships/officeDocument" Target="/ppt/presentation.xml" Id="R88bb88e1668949a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f17216d926c4524"/>
  </p:sldMasterIdLst>
  <p:notesMasterIdLst>
    <p:notesMasterId xmlns:r="http://schemas.openxmlformats.org/officeDocument/2006/relationships" r:id="R0db90f35c823414c"/>
  </p:notesMasterIdLst>
  <p:sldIdLst>
    <p:sldId xmlns:r="http://schemas.openxmlformats.org/officeDocument/2006/relationships" id="256" r:id="R5cade4ebfa024435"/>
    <p:sldId xmlns:r="http://schemas.openxmlformats.org/officeDocument/2006/relationships" id="257" r:id="R02592e056ae447cd"/>
    <p:sldId xmlns:r="http://schemas.openxmlformats.org/officeDocument/2006/relationships" id="258" r:id="R886df9b666ae4f40"/>
    <p:sldId xmlns:r="http://schemas.openxmlformats.org/officeDocument/2006/relationships" id="259" r:id="R4a41ab960b364f3c"/>
    <p:sldId xmlns:r="http://schemas.openxmlformats.org/officeDocument/2006/relationships" id="260" r:id="R9e5a91cc45a04615"/>
    <p:sldId xmlns:r="http://schemas.openxmlformats.org/officeDocument/2006/relationships" id="261" r:id="R555d2ad722f0410d"/>
    <p:sldId xmlns:r="http://schemas.openxmlformats.org/officeDocument/2006/relationships" id="262" r:id="R138d6c0843e84a38"/>
    <p:sldId xmlns:r="http://schemas.openxmlformats.org/officeDocument/2006/relationships" id="263" r:id="R565c67bbf6864255"/>
    <p:sldId xmlns:r="http://schemas.openxmlformats.org/officeDocument/2006/relationships" id="264" r:id="Rb000c54a48ef43ab"/>
    <p:sldId xmlns:r="http://schemas.openxmlformats.org/officeDocument/2006/relationships" id="265" r:id="R394cb038e7cc4c4f"/>
    <p:sldId xmlns:r="http://schemas.openxmlformats.org/officeDocument/2006/relationships" id="266" r:id="R45164a9c65fd43d9"/>
    <p:sldId xmlns:r="http://schemas.openxmlformats.org/officeDocument/2006/relationships" id="267" r:id="Rc359516935e34e93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86a4b77f8174b37" /><Relationship Type="http://schemas.openxmlformats.org/officeDocument/2006/relationships/slideMaster" Target="/ppt/slideMasters/slideMaster1.xml" Id="R8f17216d926c4524" /><Relationship Type="http://schemas.openxmlformats.org/officeDocument/2006/relationships/notesMaster" Target="/ppt/notesMasters/notesMaster1.xml" Id="R0db90f35c823414c" /><Relationship Type="http://schemas.openxmlformats.org/officeDocument/2006/relationships/presProps" Target="/ppt/presProps.xml" Id="R60a04c26d64e4e75" /><Relationship Type="http://schemas.openxmlformats.org/officeDocument/2006/relationships/tableStyles" Target="/ppt/tableStyles.xml" Id="R0eaa3a224406464a" /><Relationship Type="http://schemas.openxmlformats.org/officeDocument/2006/relationships/slide" Target="/ppt/slides/slide1.xml" Id="R5cade4ebfa024435" /><Relationship Type="http://schemas.openxmlformats.org/officeDocument/2006/relationships/slide" Target="/ppt/slides/slide2.xml" Id="R02592e056ae447cd" /><Relationship Type="http://schemas.openxmlformats.org/officeDocument/2006/relationships/slide" Target="/ppt/slides/slide3.xml" Id="R886df9b666ae4f40" /><Relationship Type="http://schemas.openxmlformats.org/officeDocument/2006/relationships/slide" Target="/ppt/slides/slide4.xml" Id="R4a41ab960b364f3c" /><Relationship Type="http://schemas.openxmlformats.org/officeDocument/2006/relationships/slide" Target="/ppt/slides/slide5.xml" Id="R9e5a91cc45a04615" /><Relationship Type="http://schemas.openxmlformats.org/officeDocument/2006/relationships/slide" Target="/ppt/slides/slide6.xml" Id="R555d2ad722f0410d" /><Relationship Type="http://schemas.openxmlformats.org/officeDocument/2006/relationships/slide" Target="/ppt/slides/slide7.xml" Id="R138d6c0843e84a38" /><Relationship Type="http://schemas.openxmlformats.org/officeDocument/2006/relationships/slide" Target="/ppt/slides/slide8.xml" Id="R565c67bbf6864255" /><Relationship Type="http://schemas.openxmlformats.org/officeDocument/2006/relationships/slide" Target="/ppt/slides/slide9.xml" Id="Rb000c54a48ef43ab" /><Relationship Type="http://schemas.openxmlformats.org/officeDocument/2006/relationships/slide" Target="/ppt/slides/slide10.xml" Id="R394cb038e7cc4c4f" /><Relationship Type="http://schemas.openxmlformats.org/officeDocument/2006/relationships/slide" Target="/ppt/slides/slide11.xml" Id="R45164a9c65fd43d9" /><Relationship Type="http://schemas.openxmlformats.org/officeDocument/2006/relationships/slide" Target="/ppt/slides/slide12.xml" Id="Rc359516935e34e9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f874594bac14cb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6265486f62c4a58" /><Relationship Type="http://schemas.openxmlformats.org/officeDocument/2006/relationships/notesMaster" Target="/ppt/notesMasters/notesMaster1.xml" Id="Reb5b6975ac6941f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e1e9b2f56944146" /><Relationship Type="http://schemas.openxmlformats.org/officeDocument/2006/relationships/notesMaster" Target="/ppt/notesMasters/notesMaster1.xml" Id="R6a42769f41514e6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3859dcb986b461a" /><Relationship Type="http://schemas.openxmlformats.org/officeDocument/2006/relationships/notesMaster" Target="/ppt/notesMasters/notesMaster1.xml" Id="R93cb907ee31d4f8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8db28f1537c4b84" /><Relationship Type="http://schemas.openxmlformats.org/officeDocument/2006/relationships/notesMaster" Target="/ppt/notesMasters/notesMaster1.xml" Id="R06e44453dbf54c2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3fd6ae0734d48fc" /><Relationship Type="http://schemas.openxmlformats.org/officeDocument/2006/relationships/notesMaster" Target="/ppt/notesMasters/notesMaster1.xml" Id="R790c74978ec941c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5113a23a261401c" /><Relationship Type="http://schemas.openxmlformats.org/officeDocument/2006/relationships/notesMaster" Target="/ppt/notesMasters/notesMaster1.xml" Id="Raec7204ce19948c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00ccd0f66d64319" /><Relationship Type="http://schemas.openxmlformats.org/officeDocument/2006/relationships/notesMaster" Target="/ppt/notesMasters/notesMaster1.xml" Id="Rf7c709224a6d463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e38440178e14358" /><Relationship Type="http://schemas.openxmlformats.org/officeDocument/2006/relationships/notesMaster" Target="/ppt/notesMasters/notesMaster1.xml" Id="R45738410d97c450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99ddd6cdd5744b3" /><Relationship Type="http://schemas.openxmlformats.org/officeDocument/2006/relationships/notesMaster" Target="/ppt/notesMasters/notesMaster1.xml" Id="Rd5d1f2cadddf480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91c7b3f1bd7453f" /><Relationship Type="http://schemas.openxmlformats.org/officeDocument/2006/relationships/notesMaster" Target="/ppt/notesMasters/notesMaster1.xml" Id="R963481dc7dac4e8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f85f2bcc24a448c" /><Relationship Type="http://schemas.openxmlformats.org/officeDocument/2006/relationships/notesMaster" Target="/ppt/notesMasters/notesMaster1.xml" Id="Rce7d63fe9ecf4e9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93ac040c8f0473c" /><Relationship Type="http://schemas.openxmlformats.org/officeDocument/2006/relationships/notesMaster" Target="/ppt/notesMasters/notesMaster1.xml" Id="R373ef1186f1a4db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faac241e0e49a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365f59cc7dd48c1" /><Relationship Type="http://schemas.openxmlformats.org/officeDocument/2006/relationships/slideLayout" Target="/ppt/slideLayouts/slideLayout1.xml" Id="R69360fe7efc247f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9360fe7efc247f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0636c1db924058" /><Relationship Type="http://schemas.openxmlformats.org/officeDocument/2006/relationships/image" Target="/ppt/media/image.png" Id="Re4de3585164d4e4c" /><Relationship Type="http://schemas.openxmlformats.org/officeDocument/2006/relationships/notesSlide" Target="/ppt/notesSlides/notesSlide1.xml" Id="R7d1019e825184f3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6d32ffbafc4ba1" /><Relationship Type="http://schemas.openxmlformats.org/officeDocument/2006/relationships/image" Target="/ppt/media/image2.png" Id="R42b01f954412464f" /><Relationship Type="http://schemas.openxmlformats.org/officeDocument/2006/relationships/notesSlide" Target="/ppt/notesSlides/notesSlide2.xml" Id="R7b7dff80354f475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d0df8f82e04f60" /><Relationship Type="http://schemas.openxmlformats.org/officeDocument/2006/relationships/image" Target="/ppt/media/image3.png" Id="R699464e6b7094a29" /><Relationship Type="http://schemas.openxmlformats.org/officeDocument/2006/relationships/notesSlide" Target="/ppt/notesSlides/notesSlide3.xml" Id="Rade0f7b078c24a3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72f62e5528442e" /><Relationship Type="http://schemas.openxmlformats.org/officeDocument/2006/relationships/image" Target="/ppt/media/image4.png" Id="R85d8ab5709b547a3" /><Relationship Type="http://schemas.openxmlformats.org/officeDocument/2006/relationships/notesSlide" Target="/ppt/notesSlides/notesSlide4.xml" Id="Rbcb0db9f8c3d47f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32f8add18c4083" /><Relationship Type="http://schemas.openxmlformats.org/officeDocument/2006/relationships/image" Target="/ppt/media/image5.png" Id="Rf9b8930d267943a8" /><Relationship Type="http://schemas.openxmlformats.org/officeDocument/2006/relationships/notesSlide" Target="/ppt/notesSlides/notesSlide5.xml" Id="Rdf4fe7458b874ca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bb2e8f499c4fe8" /><Relationship Type="http://schemas.openxmlformats.org/officeDocument/2006/relationships/image" Target="/ppt/media/image6.png" Id="Rc18c57373b194cb0" /><Relationship Type="http://schemas.openxmlformats.org/officeDocument/2006/relationships/notesSlide" Target="/ppt/notesSlides/notesSlide6.xml" Id="R7db78ea97d8c4ba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9805cc6a684266" /><Relationship Type="http://schemas.openxmlformats.org/officeDocument/2006/relationships/image" Target="/ppt/media/image7.png" Id="Rcabe2c059dab4503" /><Relationship Type="http://schemas.openxmlformats.org/officeDocument/2006/relationships/notesSlide" Target="/ppt/notesSlides/notesSlide7.xml" Id="Rbb3784307716442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170066f87945fd" /><Relationship Type="http://schemas.openxmlformats.org/officeDocument/2006/relationships/image" Target="/ppt/media/image8.png" Id="R3d3a5a7f4607491c" /><Relationship Type="http://schemas.openxmlformats.org/officeDocument/2006/relationships/notesSlide" Target="/ppt/notesSlides/notesSlide8.xml" Id="R70f5f5ef3638426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68b8b73a394855" /><Relationship Type="http://schemas.openxmlformats.org/officeDocument/2006/relationships/image" Target="/ppt/media/image9.png" Id="R0fe47fb05aa247aa" /><Relationship Type="http://schemas.openxmlformats.org/officeDocument/2006/relationships/notesSlide" Target="/ppt/notesSlides/notesSlide9.xml" Id="Re2178e656e294e9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541da2a1734e9a" /><Relationship Type="http://schemas.openxmlformats.org/officeDocument/2006/relationships/image" Target="/ppt/media/image10.png" Id="Rd749fc85c9504aff" /><Relationship Type="http://schemas.openxmlformats.org/officeDocument/2006/relationships/notesSlide" Target="/ppt/notesSlides/notesSlide10.xml" Id="Ra5a3a973dcf8488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e012cdb7f040f4" /><Relationship Type="http://schemas.openxmlformats.org/officeDocument/2006/relationships/image" Target="/ppt/media/image11.png" Id="Re3b21a4491904669" /><Relationship Type="http://schemas.openxmlformats.org/officeDocument/2006/relationships/notesSlide" Target="/ppt/notesSlides/notesSlide11.xml" Id="Rabd3f8e1038e4d6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a8c3c777ea401e" /><Relationship Type="http://schemas.openxmlformats.org/officeDocument/2006/relationships/image" Target="/ppt/media/image12.png" Id="R01051d0649dc4567" /><Relationship Type="http://schemas.openxmlformats.org/officeDocument/2006/relationships/notesSlide" Target="/ppt/notesSlides/notesSlide12.xml" Id="R3eb73661e63e410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de3585164d4e4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4161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b01f954412464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9017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9464e6b7094a2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3296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d8ab5709b547a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57093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b8930d267943a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92599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8c57373b194cb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449918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be2c059dab450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46787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3a5a7f4607491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49199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e47fb05aa247a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09813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49fc85c9504af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941408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b21a449190466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52887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051d0649dc456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2533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2026-06-23T08:03:59.7810000Z</dcterms:created>
  <dcterms:modified xsi:type="dcterms:W3CDTF">2026-06-23T08:03:59.7810000Z</dcterms:modified>
</coreProperties>
</file>